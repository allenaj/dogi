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one-liner: Dogi is Buy Me a Coffee meets cross-chain payments. Fans and clients pay with email only. Creators always receive USDC on Arbitrum.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real fear: your income living inside someone else's terms of service. BMC is the named example; the same applies to Patreon and Ko-fi.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isn't demand, it's UX. This sets up chain abstraction as the unlock.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30-second pitch: everything people like about BMC, minus the platform risk, powered by chain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these are not two separate apps. Same balance, same login, same settlement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payer experience first, then mention the tech only if judges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 is the demo's money shot: funds drawn from three chains, one signature, settled as USDC on Arbitrum. It maps directly to the 30% 'prominent use of UA + 7702'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integration directly to a hackathon prize. Emphasize EIP-7702 in-place upgrade, not a new smart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pitch in one table: everything people like about Buy Me a Coffee, with the platform risk removed. Sources: BMC charges a 5% platform fee; it runs on Stripe/PayPal so unsupported countries are locked out; its ToS lets it suspend accounts and hold payouts.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the fee is 0% while we grow. The routing margin is a single config value, so flipping it on later needs no migration. Lead with the alignment story: unlike ad platforms or paywalls, we only make money when creators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live demo if possible. Point judges to the GitHub repo for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problem you solve: normal people should not need to understand chains to get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2" name="Picture 451" descr="masco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1402080" cy="1051560"/>
          </a:xfrm>
          <a:prstGeom prst="rect">
            <a:avLst/>
          </a:prstGeom>
        </p:spPr>
      </p:pic>
      <p:sp>
        <p:nvSpPr>
          <p:cNvPr id="453" name="TextBox 452"/>
          <p:cNvSpPr txBox="1"/>
          <p:nvPr/>
        </p:nvSpPr>
        <p:spPr>
          <a:xfrm>
            <a:off x="777240" y="1737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5400" b="1">
                <a:solidFill>
                  <a:srgbClr val="0D0C22"/>
                </a:solidFill>
                <a:latin typeface="Aptos Display"/>
              </a:defRPr>
            </a:pPr>
            <a:r>
              <a:t>Dogi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2788920"/>
            <a:ext cx="4389120" cy="65836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14400" y="2852928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D0C22"/>
                </a:solidFill>
                <a:latin typeface="Aptos"/>
              </a:defRPr>
            </a:pPr>
            <a:r>
              <a:t>Get paid from any chain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777240" y="37033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F6A5E"/>
                </a:solidFill>
                <a:latin typeface="Aptos"/>
              </a:defRPr>
            </a:pPr>
            <a:r>
              <a:t>Treat pages for creators. Payment links for everyone.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F6A5E"/>
                </a:solidFill>
                <a:latin typeface="Aptos"/>
              </a:defRPr>
            </a:pPr>
            <a:r>
              <a:t>UXmaxx Hackathon · Universal Accounts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THE STATUS QUO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Creator payments live in walled gardens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960120" y="2066543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23444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Buy Me a Coffee takes 5% of every payment, plus Stripe and PayPal processor fees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777240" y="2633472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960120" y="2871215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34440" y="27432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It dropped crypto support entirely; fans can only pay with cards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777240" y="3438144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960120" y="3675887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1234440" y="354787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Only works where Stripe and PayPal operate, so whole regions are locked out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777240" y="4242816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960120" y="4480559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1234440" y="435254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Centralized moderation: accounts banned, payouts frozen, income gone overnight</a:t>
            </a:r>
          </a:p>
        </p:txBody>
      </p:sp>
      <p:sp>
        <p:nvSpPr>
          <p:cNvPr id="466" name="Rounded Rectangle 465"/>
          <p:cNvSpPr/>
          <p:nvPr/>
        </p:nvSpPr>
        <p:spPr>
          <a:xfrm>
            <a:off x="777240" y="5047488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960120" y="5285231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1234440" y="5157216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You never hold your money. Payout delays, chargebacks, platform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THE CRYPTO GAP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Crypto should fix this. Its UX says no.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960120" y="2066543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23444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Ask a fan to tip $5 and you're asking them to install a wallet and back up a seed phrase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777240" y="2633472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960120" y="2871215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34440" y="27432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Which chain? Which token? One wrong answer means lost funds, so most people never try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777240" y="3438144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960120" y="3675887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1234440" y="354787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Your fan holds SOL, you want USDC on Arbitrum: bridges, swaps, and gas on N chains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777240" y="4242816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960120" y="4480559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1234440" y="435254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So creators stay in the walled gardens, and crypto tip jars stay empty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Dogi: get paid from any chain, with just a link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960120" y="2066543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234440" y="193852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Payers log in with email and pay with whatever they hold, on any chain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777240" y="2633472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960120" y="2871215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34440" y="27432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You always receive USDC on Arbitrum, in your own account. No one can freeze it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777240" y="3438144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960120" y="3675887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1234440" y="354787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0% platform fee, no sign-up gatekeeping, no country list</a:t>
            </a:r>
          </a:p>
        </p:txBody>
      </p:sp>
      <p:sp>
        <p:nvSpPr>
          <p:cNvPr id="463" name="Rounded Rectangle 462"/>
          <p:cNvSpPr/>
          <p:nvPr/>
        </p:nvSpPr>
        <p:spPr>
          <a:xfrm>
            <a:off x="777240" y="4242816"/>
            <a:ext cx="10607040" cy="65836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960120" y="4480559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1234440" y="4352544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0D0C22"/>
                </a:solidFill>
                <a:latin typeface="Aptos"/>
              </a:defRPr>
            </a:pPr>
            <a:r>
              <a:t>Fully client-side: payment data lives in the URL. There is no backend to trust or subpoena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TWO PRODUCTS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One account. Two ways to get paid.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507492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60120" y="1993392"/>
            <a:ext cx="4709159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🦴 Treat page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Buy-me-a-coffee style page. Fans pick 1, 3, or 5 treats, leave a note, and pay in one tap from any chain.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6172200" y="1828800"/>
            <a:ext cx="507492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6355080" y="1993392"/>
            <a:ext cx="4709159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🔗 Payment links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Set an amount and note, share the link. Clients log in with email and pay with whatever they hold.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2926080" y="5166360"/>
            <a:ext cx="6217920" cy="56692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3063240" y="5230368"/>
            <a:ext cx="5943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0D0C22"/>
                </a:solidFill>
                <a:latin typeface="Aptos"/>
              </a:defRPr>
            </a:pPr>
            <a:r>
              <a:t>Both settle as USDC on Arbitrum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Invisible cross-chain routing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965960"/>
            <a:ext cx="2240280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554480" y="2240280"/>
            <a:ext cx="502920" cy="50292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554480" y="230428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914400" y="2926080"/>
            <a:ext cx="1965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Log in with email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6F6A5E"/>
                </a:solidFill>
                <a:latin typeface="Aptos"/>
              </a:defRPr>
            </a:pPr>
            <a:r>
              <a:t>Magic creates a non-custodial wallet. No app, no seed phrase.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3246120" y="1965960"/>
            <a:ext cx="2240280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4023359" y="2240280"/>
            <a:ext cx="502920" cy="50292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4023359" y="230428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3383279" y="2926080"/>
            <a:ext cx="1965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Pay with any token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6F6A5E"/>
                </a:solidFill>
                <a:latin typeface="Aptos"/>
              </a:defRPr>
            </a:pPr>
            <a:r>
              <a:t>ETH on Base, SOL on Solana, USDT on BNB Chain.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5715000" y="1965960"/>
            <a:ext cx="2240280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6492240" y="230428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5852160" y="2926080"/>
            <a:ext cx="1965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UA routes liquidity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6F6A5E"/>
                </a:solidFill>
                <a:latin typeface="Aptos"/>
              </a:defRPr>
            </a:pPr>
            <a:r>
              <a:t>Particle Universal Account in EIP-7702 mode.</a:t>
            </a:r>
          </a:p>
        </p:txBody>
      </p:sp>
      <p:sp>
        <p:nvSpPr>
          <p:cNvPr id="466" name="Rounded Rectangle 465"/>
          <p:cNvSpPr/>
          <p:nvPr/>
        </p:nvSpPr>
        <p:spPr>
          <a:xfrm>
            <a:off x="8183879" y="1965960"/>
            <a:ext cx="2240280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8961119" y="2240280"/>
            <a:ext cx="502920" cy="50292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8961119" y="2304288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8321040" y="2926080"/>
            <a:ext cx="1965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Receiver gets USDC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6F6A5E"/>
                </a:solidFill>
                <a:latin typeface="Aptos"/>
              </a:defRPr>
            </a:pPr>
            <a:r>
              <a:t>Settlement always lands on Arbitrum.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THE MAGIC MOMENT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We make chain abstraction visible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77240" y="182880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6F6A5E"/>
                </a:solidFill>
                <a:latin typeface="Aptos"/>
              </a:defRPr>
            </a:pPr>
            <a:r>
              <a:t>Before every payment, the payer sees the exact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F6A5E"/>
                </a:solidFill>
                <a:latin typeface="Aptos"/>
              </a:defRPr>
            </a:pPr>
            <a:r>
              <a:t>route the Universal Account quoted: which tokens,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F6A5E"/>
                </a:solidFill>
                <a:latin typeface="Aptos"/>
              </a:defRPr>
            </a:pPr>
            <a:r>
              <a:t>from which chains, and what it costs. One signature.</a:t>
            </a:r>
          </a:p>
          <a:p>
            <a:pPr algn="l">
              <a:spcAft>
                <a:spcPts val="800"/>
              </a:spcAft>
              <a:defRPr sz="800" b="0">
                <a:solidFill>
                  <a:srgbClr val="6F6A5E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0">
                <a:solidFill>
                  <a:srgbClr val="6F6A5E"/>
                </a:solidFill>
                <a:latin typeface="Aptos"/>
              </a:defRPr>
            </a:pPr>
            <a:r>
              <a:t>Judges don't have to trust that EIP-7702 chain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6F6A5E"/>
                </a:solidFill>
                <a:latin typeface="Aptos"/>
              </a:defRPr>
            </a:pPr>
            <a:r>
              <a:t>abstraction is working. They watch it work.</a:t>
            </a:r>
          </a:p>
        </p:txBody>
      </p:sp>
      <p:sp>
        <p:nvSpPr>
          <p:cNvPr id="455" name="Rounded Rectangle 454"/>
          <p:cNvSpPr/>
          <p:nvPr/>
        </p:nvSpPr>
        <p:spPr>
          <a:xfrm>
            <a:off x="6400800" y="1783080"/>
            <a:ext cx="48463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6675120" y="2011680"/>
            <a:ext cx="4297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WHERE IT COMES FROM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0D0C22"/>
                </a:solidFill>
                <a:latin typeface="Aptos"/>
              </a:defRPr>
            </a:pPr>
            <a:r>
              <a:t>0.004 ETH on Base                    $12.40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0D0C22"/>
                </a:solidFill>
                <a:latin typeface="Aptos"/>
              </a:defRPr>
            </a:pPr>
            <a:r>
              <a:t>2.10 USDT on BNB Chain            $2.10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0D0C22"/>
                </a:solidFill>
                <a:latin typeface="Aptos"/>
              </a:defRPr>
            </a:pPr>
            <a:r>
              <a:t>0.004 SOL on Solana                  $0.62</a:t>
            </a:r>
          </a:p>
          <a:p>
            <a:pPr algn="l">
              <a:spcAft>
                <a:spcPts val="800"/>
              </a:spcAft>
              <a:defRPr sz="600" b="0">
                <a:solidFill>
                  <a:srgbClr val="6F6A5E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↓  $15.00 USDC on Arbitrum</a:t>
            </a:r>
          </a:p>
          <a:p>
            <a:pPr algn="l">
              <a:spcAft>
                <a:spcPts val="800"/>
              </a:spcAft>
              <a:defRPr sz="600" b="0">
                <a:solidFill>
                  <a:srgbClr val="6F6A5E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Bridging, swaps &amp; gas                 $0.12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0D0C22"/>
                </a:solidFill>
                <a:latin typeface="Aptos"/>
              </a:defRPr>
            </a:pPr>
            <a:r>
              <a:t>Total from your balance             $15.12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8366760" y="55321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8412480" y="55778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D0C22"/>
                </a:solidFill>
                <a:latin typeface="Aptos"/>
              </a:defRPr>
            </a:pPr>
            <a:r>
              <a:t>3 CHAINS, ONE TAP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Built for the bounty tracks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60120" y="1993392"/>
            <a:ext cx="3063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Magic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Email OTP login</a:t>
            </a:r>
            <a:br/>
            <a:r>
              <a:t>Embedded EOA wallet</a:t>
            </a:r>
            <a:br/>
            <a:r>
              <a:t>EIP-7702 signing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960120" y="49834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1005840" y="5029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D0C22"/>
                </a:solidFill>
                <a:latin typeface="Aptos"/>
              </a:defRPr>
            </a:pPr>
            <a:r>
              <a:t>Magic Labs bonus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4480559" y="182880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663440" y="1993392"/>
            <a:ext cx="3063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Particle UA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EIP-7702 mode</a:t>
            </a:r>
            <a:br/>
            <a:r>
              <a:t>One balance, 6 chains</a:t>
            </a:r>
            <a:br/>
            <a:r>
              <a:t>Cross-chain transfer API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4663440" y="49834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709159" y="5029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D0C22"/>
                </a:solidFill>
                <a:latin typeface="Aptos"/>
              </a:defRPr>
            </a:pPr>
            <a:r>
              <a:t>Universal Accounts Track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8183879" y="182880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8366759" y="1993392"/>
            <a:ext cx="3063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Arbitrum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USDC settlement layer</a:t>
            </a:r>
            <a:br/>
            <a:r>
              <a:t>Invisible to payers</a:t>
            </a:r>
            <a:br/>
            <a:r>
              <a:t>Every payment lands here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8366759" y="49834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8412480" y="502920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D0C22"/>
                </a:solidFill>
                <a:latin typeface="Aptos"/>
              </a:defRPr>
            </a:pPr>
            <a:r>
              <a:t>Arbitrum bounty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WHY DOGI WINS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Same simplicity. None of the walls.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3063240" y="18288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3063240" y="1874519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6F6A5E"/>
                </a:solidFill>
                <a:latin typeface="Aptos"/>
              </a:defRPr>
            </a:pPr>
            <a:r>
              <a:t>Buy Me a Coffee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7315200" y="18288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7315200" y="1874519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Dogi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777240" y="26060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6F6A5E"/>
                </a:solidFill>
                <a:latin typeface="Aptos"/>
              </a:defRPr>
            </a:pPr>
            <a:r>
              <a:t>Platform fee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3063240" y="2514600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3246120" y="2587752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5% of every payment + processor fees</a:t>
            </a:r>
          </a:p>
        </p:txBody>
      </p:sp>
      <p:sp>
        <p:nvSpPr>
          <p:cNvPr id="461" name="Rounded Rectangle 460"/>
          <p:cNvSpPr/>
          <p:nvPr/>
        </p:nvSpPr>
        <p:spPr>
          <a:xfrm>
            <a:off x="7315200" y="2514600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7498079" y="2587752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0%. You keep what fans send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777240" y="33192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6F6A5E"/>
                </a:solidFill>
                <a:latin typeface="Aptos"/>
              </a:defRPr>
            </a:pPr>
            <a:r>
              <a:t>Crypto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3063240" y="3227832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3246120" y="3300984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Dropped crypto support entirely</a:t>
            </a:r>
          </a:p>
        </p:txBody>
      </p:sp>
      <p:sp>
        <p:nvSpPr>
          <p:cNvPr id="466" name="Rounded Rectangle 465"/>
          <p:cNvSpPr/>
          <p:nvPr/>
        </p:nvSpPr>
        <p:spPr>
          <a:xfrm>
            <a:off x="7315200" y="3227832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7498079" y="3300984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Crypto-native: any token, any chain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77240" y="403250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6F6A5E"/>
                </a:solidFill>
                <a:latin typeface="Aptos"/>
              </a:defRPr>
            </a:pPr>
            <a:r>
              <a:t>Who can join</a:t>
            </a:r>
          </a:p>
        </p:txBody>
      </p:sp>
      <p:sp>
        <p:nvSpPr>
          <p:cNvPr id="469" name="Rounded Rectangle 468"/>
          <p:cNvSpPr/>
          <p:nvPr/>
        </p:nvSpPr>
        <p:spPr>
          <a:xfrm>
            <a:off x="3063240" y="3941064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3246120" y="4014216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Only where Stripe / PayPal operate</a:t>
            </a:r>
          </a:p>
        </p:txBody>
      </p:sp>
      <p:sp>
        <p:nvSpPr>
          <p:cNvPr id="471" name="Rounded Rectangle 470"/>
          <p:cNvSpPr/>
          <p:nvPr/>
        </p:nvSpPr>
        <p:spPr>
          <a:xfrm>
            <a:off x="7315200" y="3941064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7498079" y="4014216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Anyone with an email address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777240" y="474573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6F6A5E"/>
                </a:solidFill>
                <a:latin typeface="Aptos"/>
              </a:defRPr>
            </a:pPr>
            <a:r>
              <a:t>Your account</a:t>
            </a:r>
          </a:p>
        </p:txBody>
      </p:sp>
      <p:sp>
        <p:nvSpPr>
          <p:cNvPr id="474" name="Rounded Rectangle 473"/>
          <p:cNvSpPr/>
          <p:nvPr/>
        </p:nvSpPr>
        <p:spPr>
          <a:xfrm>
            <a:off x="3063240" y="4654296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246120" y="4727448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Can be banned, frozen, or held</a:t>
            </a:r>
          </a:p>
        </p:txBody>
      </p:sp>
      <p:sp>
        <p:nvSpPr>
          <p:cNvPr id="476" name="Rounded Rectangle 475"/>
          <p:cNvSpPr/>
          <p:nvPr/>
        </p:nvSpPr>
        <p:spPr>
          <a:xfrm>
            <a:off x="7315200" y="4654296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7498079" y="4727448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Self-custodial. No one can take it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777240" y="54589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6F6A5E"/>
                </a:solidFill>
                <a:latin typeface="Aptos"/>
              </a:defRPr>
            </a:pPr>
            <a:r>
              <a:t>Your money</a:t>
            </a:r>
          </a:p>
        </p:txBody>
      </p:sp>
      <p:sp>
        <p:nvSpPr>
          <p:cNvPr id="479" name="Rounded Rectangle 478"/>
          <p:cNvSpPr/>
          <p:nvPr/>
        </p:nvSpPr>
        <p:spPr>
          <a:xfrm>
            <a:off x="3063240" y="5367528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3246120" y="5440680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Payout delays, chargebacks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7315200" y="5367528"/>
            <a:ext cx="402336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7498079" y="5440680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USDC on Arbitrum, settled on-chain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How Dogi makes money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777240" y="18288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960120" y="1993392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1. Routing margin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A 0.5% fee on top of network costs, baked into the route quote. That is a tenth of what Buy Me a Coffee charges, and it grows with every treat and invoice paid.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4480559" y="18288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4663440" y="1993392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2. Dogi Pro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A monthly plan for serious creators: recurring memberships, supporter analytics, custom domains and branding. The basic page stays free forever.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8183879" y="1828800"/>
            <a:ext cx="34290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8366759" y="1993392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D0C22"/>
                </a:solidFill>
                <a:latin typeface="Aptos"/>
              </a:defRPr>
            </a:pPr>
            <a:r>
              <a:t>3. Business invoicing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F6A5E"/>
                </a:solidFill>
                <a:latin typeface="Aptos"/>
              </a:defRPr>
            </a:pPr>
            <a:r>
              <a:t>White-label payment links and an invoicing API for shops and agencies that want to accept any token from any chain without touching a wallet.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3108960" y="5486400"/>
            <a:ext cx="5943600" cy="548640"/>
          </a:xfrm>
          <a:prstGeom prst="roundRect">
            <a:avLst>
              <a:gd name="adj" fmla="val 50000"/>
            </a:avLst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3246120" y="5550408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D0C22"/>
                </a:solidFill>
                <a:latin typeface="Aptos"/>
              </a:defRPr>
            </a:pPr>
            <a:r>
              <a:t>Free to start. We only earn when creators get paid.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F6A5E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0D0C22"/>
                </a:solidFill>
                <a:latin typeface="Aptos Display"/>
              </a:defRPr>
            </a:pPr>
            <a:r>
              <a:t>Try it in 2 minutes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868680" y="182880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0D0C22"/>
                </a:solidFill>
                <a:latin typeface="Aptos"/>
              </a:defRPr>
            </a:pPr>
            <a:r>
              <a:t>1. Log in with email on dogi-liard.vercel.app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868680" y="2395728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0D0C22"/>
                </a:solidFill>
                <a:latin typeface="Aptos"/>
              </a:defRPr>
            </a:pPr>
            <a:r>
              <a:t>2. Create a treat page or payment link on the dashboard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868680" y="2962656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0D0C22"/>
                </a:solidFill>
                <a:latin typeface="Aptos"/>
              </a:defRPr>
            </a:pPr>
            <a:r>
              <a:t>3. Open the link in incognito with a second email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68680" y="3529584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0D0C22"/>
                </a:solidFill>
                <a:latin typeface="Aptos"/>
              </a:defRPr>
            </a:pPr>
            <a:r>
              <a:t>4. Review the cross-chain route, confirm in one tap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68680" y="409651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0D0C22"/>
                </a:solidFill>
                <a:latin typeface="Aptos"/>
              </a:defRPr>
            </a:pPr>
            <a:r>
              <a:t>5. Payment appears in the creator's on-chain feed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7635240" y="1828800"/>
            <a:ext cx="3749039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D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7818120" y="2011680"/>
            <a:ext cx="338328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6F6A5E"/>
                </a:solidFill>
                <a:latin typeface="Aptos"/>
              </a:defRPr>
            </a:pPr>
            <a:r>
              <a:t>Invoice #42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0D0C22"/>
                </a:solidFill>
                <a:latin typeface="Aptos"/>
              </a:defRPr>
            </a:pPr>
            <a:r>
              <a:t>Paid ✓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0D0C22"/>
                </a:solidFill>
                <a:latin typeface="Aptos Display"/>
              </a:defRPr>
            </a:pPr>
            <a:r>
              <a:t>$25.00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6F6A5E"/>
                </a:solidFill>
                <a:latin typeface="Aptos"/>
              </a:defRPr>
            </a:pPr>
            <a:r>
              <a:t>settled as USDC on Arbitrum</a:t>
            </a:r>
          </a:p>
          <a:p>
            <a:pPr algn="ctr">
              <a:spcAft>
                <a:spcPts val="800"/>
              </a:spcAft>
              <a:defRPr sz="800" b="0">
                <a:solidFill>
                  <a:srgbClr val="6F6A5E"/>
                </a:solidFill>
                <a:latin typeface="Aptos"/>
              </a:defRPr>
            </a:pPr>
          </a:p>
          <a:p>
            <a:pPr algn="ctr">
              <a:spcAft>
                <a:spcPts val="800"/>
              </a:spcAft>
              <a:defRPr sz="1300" b="1">
                <a:solidFill>
                  <a:srgbClr val="0D0C22"/>
                </a:solidFill>
                <a:latin typeface="Aptos"/>
              </a:defRPr>
            </a:pPr>
            <a:r>
              <a:t>github.com/AllenAJ/Dogi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23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81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323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86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406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2948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49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31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573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7115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65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4199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740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282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83661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907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449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89914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533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0749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6167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1585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7002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2420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37838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73256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08673" y="150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23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781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323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586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9406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2948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49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0031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3573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115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65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4199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7740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1282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824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83661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1907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5449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89914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2533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60749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96167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31585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7002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02420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37838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73256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908673" y="578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23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81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2323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586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9406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2948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649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0031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63573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7115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065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4199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7740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1282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4824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83661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11907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5449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989914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42533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60749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296167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731585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67002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02420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037838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73256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908673" y="1007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23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8781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323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4586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89406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32948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7649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031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3573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07115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5065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94199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37740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1282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4824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683661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11907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5449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989914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2533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60749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96167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731585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67002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602420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037838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73256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908673" y="1435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523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781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2323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586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89406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32948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649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20031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3573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07115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5065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4199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37740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1282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24824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683661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1907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55449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89914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2533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60749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96167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731585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7002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02420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1037838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73256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908673" y="1864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523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8781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2323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586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89406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32948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7649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20031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3573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7115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065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94199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37740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1282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4824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683661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1907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55449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989914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42533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860749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296167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31585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167002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2420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037838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73256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908673" y="2293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523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8781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2323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4586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89406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2948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7649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320031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3573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07115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5065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4199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740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81282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24824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683661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11907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5449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989914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2533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0749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296167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31585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167002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602420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037838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73256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908673" y="2721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523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8781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323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4586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89406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32948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7649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20031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63573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07115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65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94199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37740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81282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24824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683661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11907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55449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989914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42533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860749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296167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731585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67002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2420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037838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73256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908673" y="3150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523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8781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2323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4586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89406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32948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7649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0031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63573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07115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5065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4199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37740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81282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4824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683661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11907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55449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89914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2533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0749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296167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31585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167002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02420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037838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73256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08673" y="35790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523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8781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2323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4586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9406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32948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7649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20031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63573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7115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065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94199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37740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81282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24824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683661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11907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55449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989914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42533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860749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296167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731585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167002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602420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1037838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73256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908673" y="40076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523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8781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02323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4586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89406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32948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7649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20031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63573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07115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5065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94199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37740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81282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4824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83661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11907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55449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989914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42533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860749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296167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731585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167002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602420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1037838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73256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908673" y="44362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523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8781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2323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586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89406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32948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7649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20031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63573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07115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5065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94199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37740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81282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24824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83661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1907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55449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989914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2533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860749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296167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731585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167002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602420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1037838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73256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908673" y="48648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523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8781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2323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4586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89406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2948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49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20031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63573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07115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5065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4199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37740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81282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624824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683661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11907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55449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89914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42533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860749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296167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731585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167002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602420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1037838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73256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908673" y="529351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523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8781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02323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4586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89406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32948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7649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20031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63573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07115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5065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94199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37740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81282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24824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683661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711907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55449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989914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42533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860749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296167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731585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167002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602420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1037838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73256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908673" y="572214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523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58781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2323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4586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89406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32948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7649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320031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573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07115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5065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94199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37740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282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624824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683661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711907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55449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989914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42533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860749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296167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731585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167002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602420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37838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73256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908673" y="6150768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523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58781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102323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4586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89406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32948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7649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0031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63573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07115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5065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94199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37740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81282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24824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683661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711907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55449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989914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42533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860749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296167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731585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167002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602420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1037838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73256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908673" y="6579393"/>
            <a:ext cx="41148" cy="41148"/>
          </a:xfrm>
          <a:prstGeom prst="ellipse">
            <a:avLst/>
          </a:prstGeom>
          <a:solidFill>
            <a:srgbClr val="E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601200" y="-731520"/>
            <a:ext cx="2926080" cy="29260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-822960" y="4754880"/>
            <a:ext cx="2194560" cy="219456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2" name="Picture 451" descr="masco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34440"/>
            <a:ext cx="1706880" cy="1280160"/>
          </a:xfrm>
          <a:prstGeom prst="rect">
            <a:avLst/>
          </a:prstGeom>
        </p:spPr>
      </p:pic>
      <p:sp>
        <p:nvSpPr>
          <p:cNvPr id="453" name="TextBox 452"/>
          <p:cNvSpPr txBox="1"/>
          <p:nvPr/>
        </p:nvSpPr>
        <p:spPr>
          <a:xfrm>
            <a:off x="777240" y="2011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0D0C22"/>
                </a:solidFill>
                <a:latin typeface="Aptos Display"/>
              </a:defRPr>
            </a:pPr>
            <a:r>
              <a:t>Cross-chain payments,</a:t>
            </a:r>
          </a:p>
          <a:p>
            <a:pPr algn="l">
              <a:spcAft>
                <a:spcPts val="800"/>
              </a:spcAft>
              <a:defRPr sz="4000" b="1">
                <a:solidFill>
                  <a:srgbClr val="0D0C22"/>
                </a:solidFill>
                <a:latin typeface="Aptos Display"/>
              </a:defRPr>
            </a:pPr>
            <a:r>
              <a:t>as easy as email.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77240" y="36576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F6A5E"/>
                </a:solidFill>
                <a:latin typeface="Aptos"/>
              </a:defRPr>
            </a:pPr>
            <a:r>
              <a:t>Dogi · github.com/AllenAJ/Dogi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6F6A5E"/>
                </a:solidFill>
                <a:latin typeface="Aptos"/>
              </a:defRPr>
            </a:pPr>
            <a:r>
              <a:t>Built with Magic · Particle Universal Accounts · Arbitrum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